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4" r:id="rId10"/>
    <p:sldId id="265" r:id="rId11"/>
    <p:sldId id="267" r:id="rId12"/>
    <p:sldId id="268" r:id="rId13"/>
    <p:sldId id="262" r:id="rId14"/>
    <p:sldId id="269" r:id="rId15"/>
    <p:sldId id="270" r:id="rId16"/>
    <p:sldId id="271" r:id="rId17"/>
    <p:sldId id="273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68"/>
  </p:normalViewPr>
  <p:slideViewPr>
    <p:cSldViewPr snapToGrid="0" snapToObjects="1">
      <p:cViewPr varScale="1">
        <p:scale>
          <a:sx n="158" d="100"/>
          <a:sy n="158" d="100"/>
        </p:scale>
        <p:origin x="2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9278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headline: In 2026, Tamil Nadu’s assembly became more fragmented: TVK won 108 seats, 163 of 234 constituencies changed hands, and average winning margins fell from 11.8% to 7.7%.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RPC as a producer briefing, not a political argument. Mention six research questions exist; we chose margins, flips, and TVK vote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selection skill: depth on three threads, not all 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reviewers to GitHub README for one-command reproduction.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descriptive-only analysis. 2026 turnout blank in starter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that we go beyond the six required questions with structural electoral-science indices.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B-roll: zoom one region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 flows: DMK→TVK(65); DMK→DMK(40); AIADMK→TVK(26)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Descriptive comparison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Region-level vote share within each macro-region. Shows that TVK and the major Dravidian parties carry very different shares in Chennai Metro vs Delta. Pair on air with the regional seats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 2021 vs 2026 winner mix in each reserved category. SC and GEN flip rates are similar in the data; ST is just 2 seats so treat as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State-record 85.1% statewide turnout in 2026 per ECI. Per-AC turnout is intentionally blank in the starter CSV; pipeline reads data/external/turnout_2026.csv once analyst loads Form-20 values, then the Top-20 turnout-increase chart populates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to 2026 beeswarm sitting below 2021.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ENP rose from 3.74 to 4.29 — the assembly contest moved from 'two-and-a-half party' to 'three-and-a-half party' arithmetic on vote-share weights. Pedersen 36 indicates the system underwent the largest party-share churn between any two elections we measured. Lower Gallagher in 2026 means seats track votes more closely than 2021 — fewer 'wasted' votes.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Highest party-share churn: Chennai Metro (Pedersen 49.2). Anti-incumbency varies sharply by region: Chennai Metro 93.8% of seats changed party, vs Delta 45.5%. Heatmap shows green = vote-share gain, red = loss in percentage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Gallagher LSq is the headline disproportionality measure (lower = fairer). It fell from 15.15 in 2021 to 8.74 in 2026 because TVK's vote share (~35%) maps more closely to its seat share (~46%) than DMK's 38% / 56% split in 2021. Both elections are first-past-the-post wins, but the gap is structurally smaller this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honesty on data gaps. Offer live dashboard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91440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1F5F9"/>
                </a:solidFill>
              </a:defRPr>
            </a:pPr>
            <a:r>
              <a:t>Tamil Nadu Assembly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8138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B82F6"/>
                </a:solidFill>
              </a:defRPr>
            </a:pPr>
            <a:r>
              <a:t>Neutral election briefing for AtliQ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600"/>
            <a:ext cx="8138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Codebasics Resume Project Challenge #21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ECI public data · 234 constituencies · 2021 vs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4348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 2026, Tamil Nadu’s assembly became more fragmented: TVK won 108 seats, 163 of 234 constituencies changed hands, and average winning margins fell from 11.8% to 7.7%.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Hackathon problem statement · RPC #21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8138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Client: AtliQ Media needs ideas for a one-hour TV special on the 2026 TN Assembly election.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Constraints (non-negotiable):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Election Commission of India data only — no news, exit polls, or social media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Neutral, descriptive tone — no predictions, causal claims, or party commentary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Pick 3 of 6 research threads and connect them into one clear story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Deliverables: 5–7 min video pitch · 8–10 slide deck · public GitHub · optional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Data → insights → editorial run-of-show → interactive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8138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1. Reproducible pipeline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Python ETL on ECI CSVs → AC-level metrics, Sankey flows, regional tables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2. Three lead narratives (research threads addressed)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Margin of victory — fragmentation and close races (Q6)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Seat flips — 2021→2026 party transitions (Q2)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Vote share &amp; TVK — new entrant scale by region (Q3)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3. Interactive briefing dashboard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Editorial brief, statewide KPIs, charts, constituency explorer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4. This deck + video script — explicit 60-minute show recommendation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Built for reproducibility and demo-ready storytelling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Data &amp; analytics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Python 3 · pandas · Jupyter notebook (`notebooks/01_build_and_explore.ipynb`)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Shared metrics module (`src/metrics.py`, `docs/METRIC_DEFINITIONS.md`)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Backend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FastAPI — REST API over `data/processed/` CSVs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Frontend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React · TypeScript · Vite · Apache ECharts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Deliverables automation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`scripts/build_processed_data.py` · `build_presentation.py` · Playwright E2E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Deployment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Local: uvicorn :8000 · optional ngrok for sharing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Data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How we turned ECI files into comparable 2021 vs 2026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Sources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`tn_2021_results.csv`, `tn_2026_results.csv`, `constituency_master.csv` (234 ACs)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Join key: assembly constituency number (`ac_number`) — not constituency name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Definitions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Valid votes = sum of candidate votes excluding NOTA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Winner = highest votes among non-NOTA candidates per AC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Margin % = (winner − runner-up) / valid votes × 100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Flip = normalized 2021 winner party ≠ normalized 2026 winner party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Party labels normalized before seat and flip counts (see README mapping table)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Research questions — coverage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Hackathon brief: pick 3 of 6 · we go deep on Q6/Q2/Q3 and cover Q1/Q4/Q5 as supporting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8138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Q1 Geography → flip rate Chennai Metro 93.8% vs Delta 45.5%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Q2 Flips (LEAD) → 163/234 ACs · 69.7% of state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Q3 Vote share (LEAD) → TVK 35.1% · DMK 2021 38.0% (statewide + by-region)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Q4 Reserved → GEN/SC/ST flip rates, margin distribution, party × category table (2021 vs 2026)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Q5 Turnout → state record 2026 ~85.1% · per-AC delta chart in dashboard when ECI Form-20 is loaded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Q6 Margins (LEAD) → avg 11.8% → 7.7% · 61 winners &lt;35% · 103 races &lt;5pp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Plus deep electoral-science measures: ENP 3.74→4.29 · Pedersen 36.4 · Gallagher LSq 15.2→8.7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Q1 — Geographic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Where flips and TVK seats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234-tile mosaic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One square = one AC · equal visual weight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Regional contrast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Top flip rate: Chennai Metro (93.8%)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Lowest: Delta (45.5%)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On air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Pair with district map and 2021↔2026 toggle</a:t>
            </a:r>
          </a:p>
        </p:txBody>
      </p:sp>
      <p:pic>
        <p:nvPicPr>
          <p:cNvPr id="5" name="Picture 4" descr="slide_mosa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280160"/>
            <a:ext cx="4892040" cy="28907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Q2 — Seat churn at scale (LEAD)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Where seats moved between 2021 and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Scale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163 of 234 ACs changed winner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Largest flow: DMK (2021) → TVK (2026): 65 seats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Regional pattern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Highest flip rate: Chennai Metro (93.8%)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Lowest: Delta (45.5%)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Neutral framing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Say constituencies changed hands — not voters switched allegiance</a:t>
            </a:r>
          </a:p>
        </p:txBody>
      </p:sp>
      <p:pic>
        <p:nvPicPr>
          <p:cNvPr id="5" name="Picture 4" descr="slide_san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325880"/>
            <a:ext cx="4892040" cy="26906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Q3 — Vote share statewide (LEAD)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Where TVK landed at the state level — descriptive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Statewide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TVK: 108 seats · ~35.1% valid vote share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DMK 2021 baseline: 133 seats · ~38.0% share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Regional seats won (TVK)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Chennai Metro (29), South (26), Kongu (16)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Neutral framing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Report shares side-by-side — do not claim whose votes moved where</a:t>
            </a:r>
          </a:p>
        </p:txBody>
      </p:sp>
      <p:pic>
        <p:nvPicPr>
          <p:cNvPr id="5" name="Picture 4" descr="slide_vote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325880"/>
            <a:ext cx="4892040" cy="26906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Q3 — Vote share by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Region-level composition shows where TVK is heavier or lighter</a:t>
            </a:r>
          </a:p>
        </p:txBody>
      </p:sp>
      <p:pic>
        <p:nvPicPr>
          <p:cNvPr id="4" name="Picture 3" descr="slide_vote_share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634" y="1370447"/>
            <a:ext cx="6278206" cy="34530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Q4 — Reserved seats (GEN / SC / 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Did reserved constituencies behave differently from general seats?</a:t>
            </a:r>
          </a:p>
        </p:txBody>
      </p:sp>
      <p:pic>
        <p:nvPicPr>
          <p:cNvPr id="4" name="Picture 3" descr="slide_reser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58" y="1397090"/>
            <a:ext cx="6852740" cy="34263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Q5 — Turnout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Statewide record · per-AC delta requires ECI Form-20 ingestion</a:t>
            </a:r>
          </a:p>
        </p:txBody>
      </p:sp>
      <p:pic>
        <p:nvPicPr>
          <p:cNvPr id="4" name="Picture 3" descr="slide_turn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149" y="1404110"/>
            <a:ext cx="5946432" cy="32705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Q6 — Margin of victory (LEAD)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Closer races, fewer landslides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What changed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Mean margin: 11.8% → 7.7%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What it means for TV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103 seats under 5-point margin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61 plurality winners (&lt;35% share)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Neutral framing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Describe distribution shift — do not explain voter motivation</a:t>
            </a:r>
          </a:p>
        </p:txBody>
      </p:sp>
      <p:pic>
        <p:nvPicPr>
          <p:cNvPr id="5" name="Picture 4" descr="slide_marg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325880"/>
            <a:ext cx="4892040" cy="26906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Deep insight — electoral arithmetic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Indices that summarise the structural shift between 2021 and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Fragmentation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Effective Number of Parties: 3.74 → 4.29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Multi-cornered races (top-2 &lt; 70%): 132 of 234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Volatility &amp; proportionality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Pedersen index: 36.4 — above 20 is 'high' in literature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Gallagher LSq: 15.2 → 8.7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Neutral framing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These are descriptive electoral-science measures — no causal claim</a:t>
            </a:r>
          </a:p>
        </p:txBody>
      </p:sp>
      <p:pic>
        <p:nvPicPr>
          <p:cNvPr id="5" name="Picture 4" descr="slide_en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325880"/>
            <a:ext cx="4892040" cy="269062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Deep insight — regional swing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Where each party gained or lost vote share between cycles</a:t>
            </a:r>
          </a:p>
        </p:txBody>
      </p:sp>
      <p:pic>
        <p:nvPicPr>
          <p:cNvPr id="4" name="Picture 3" descr="slide_sw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879" y="1313882"/>
            <a:ext cx="6514089" cy="35827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Deep insight — representation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First-past-the-post amplifies leading parties — by how much in 2026?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How it works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Vote share = % of valid votes statewide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Seat share = % of 234 ACs won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Gap = seat share − vote share (pp)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What the data shows (2026)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TVK gap: +11.1 pp (leading-party bonus)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BJP gap: -2.6 pp (small parties penalised)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On air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Use to explain why seat count alone overstates dominance</a:t>
            </a:r>
          </a:p>
        </p:txBody>
      </p:sp>
      <p:pic>
        <p:nvPicPr>
          <p:cNvPr id="5" name="Picture 4" descr="slide_rep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325880"/>
            <a:ext cx="4892040" cy="269062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Limitations &amp;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138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Limitations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2026 turnout not in starter CSV — Q5 optional; 2021 turnout only in dashboard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Constituency-level data — no booth-level or voter-age tables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Party labels normalized — raw ECI strings differ slightly from seat counts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Descriptive only — no forecasts or causal explanations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Reproduce this analysis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`python scripts/build_all_deliverables.py`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Dashboard: `uvicorn api.main:app --port 8000` (after `cd web &amp;&amp; npm run build`)</a:t>
            </a:r>
          </a:p>
          <a:p>
            <a:pPr>
              <a:spcAft>
                <a:spcPts val="600"/>
              </a:spcAft>
              <a:defRPr sz="600"/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Thank you — questions on methodology and constituency drill-down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1686</Words>
  <Application>Microsoft Macintosh PowerPoint</Application>
  <PresentationFormat>On-screen Show (16:9)</PresentationFormat>
  <Paragraphs>177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Gunasekaran Kumar</cp:lastModifiedBy>
  <cp:revision>2</cp:revision>
  <dcterms:created xsi:type="dcterms:W3CDTF">2013-01-27T09:14:16Z</dcterms:created>
  <dcterms:modified xsi:type="dcterms:W3CDTF">2026-05-28T08:50:01Z</dcterms:modified>
  <cp:category/>
</cp:coreProperties>
</file>